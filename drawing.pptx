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BC7"/>
    <a:srgbClr val="F5DB99"/>
    <a:srgbClr val="BA9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2FAFF-D9FC-4837-48AB-544EDB9DB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DCDE06-2A72-679A-70A5-535BB9B43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371-5268-B3F7-B018-72D1C780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43ECB2-7CD7-2186-4467-B2D156BF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50FCC-8C92-5109-10D7-FB929F27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7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24232-B3E3-57DF-CC6A-8933FEDE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281B5-81FD-278C-622C-D312F90FE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A9E8A-E560-7BAE-5175-63DC5853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A3E1E4-3CD2-DE79-5228-C2ED2284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16109B-5042-E357-4FCB-FE8BF361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77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9D5A7-8AE8-66CA-300E-63B36E4B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2D0D0-479D-EAE9-8ED4-453DB2FD5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B79526-9B98-C818-C4A0-5EC25C3B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94B27-CFE3-0365-5CF4-E61068CD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7DDC2-8DC0-51CB-5623-607A0516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8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26185-9D34-E9AE-39B8-F051E6C3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254633-96A6-B9FE-83E2-E53914246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85CC5C-EA15-8819-C41D-FB470CC23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ECF7D5-BCFB-4612-9467-446A3FA4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F26A26-766D-DC86-5AB6-EAAE1BA7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21451-B1F7-34F0-5948-DF5FEAE9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6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D3BDC-D2E8-96F9-60E2-866918FD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28F9A5-E013-C692-B9D1-F5592BC2B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EF030C-E678-4AB5-5C16-F667ABF7A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DAED9C-F311-BBBC-5309-4E9F7E176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B340C6-585A-7911-7CFF-9E5E3FE96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859DBE-1CE1-2112-B3EE-197C8198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2EDEA9-73BE-C59A-68BE-CA536BC4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016D93-8F78-1650-0921-EDB3E50B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69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C417E-115B-260C-C7E4-A96D709F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728705-E2E2-1265-9D03-8B6EA418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8B81EA-E385-4897-8F19-F97AED8C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CB88BA-EF2D-F7EA-A535-F773E901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80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DBE51E-C83C-3777-C157-07A77B76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4C4EAF-C172-22CC-1D0F-940136E8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E8675-D1F0-6269-D9CC-CF038830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93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F971B-3306-0257-73E3-36BC48C6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FED868-E104-5877-EE80-510EEA734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9C6952-7DED-EB9A-9A41-B28B8AA8F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EA9C0-B83B-9881-0744-D517A114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526D0-33D8-0E37-8E86-8126E8A0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6C218A-75AE-0E52-E7ED-431BB939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31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9733E-2227-2511-F3F6-651B6511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4FD2DD3-09BA-5B1C-41DC-11AF53C45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C86A26-2D17-0DE0-D9A2-BBEC7FEF2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06028B-8213-F953-C6B9-341297E3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355744-8D8A-9907-C60F-66D5BC17D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97BEA-66A3-D692-FD62-146921E2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6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20883-97F0-E00C-4A0E-CE10BFE7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2EFB3D-239F-C1B1-1906-652AD5013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2F458-D59C-AADE-5951-FB163D80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95D57-0A88-80E4-9FD9-601FA69E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DC0F6-9321-6297-97DF-F2F629AE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10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DA7036-438A-8581-0C0A-247DB5EF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056079-B789-4EB2-9D10-F6EDA04FB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19ACEE-5BB3-BDF4-C5EA-DF8F2DB9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2E728C-8AF4-4938-FF1A-FAC8FD7E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F77568-EC6F-2FA4-6DBA-897B7386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61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588909-E788-C8E9-164B-F8983BC8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1E2C88-9682-3D65-84F7-291815465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6160C-3E4E-6F2E-BFCB-2554B894D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13B7A-E045-42D8-ACC4-0854672BC2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B7885-F8F2-6FB9-EA67-109FCBCF5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F09EA0-F872-67B6-DBCA-80E3219B8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F573-0EAD-4378-B8A8-C2D1BDC5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2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BB447F4-18F1-07C8-2720-0166E3D4EA80}"/>
              </a:ext>
            </a:extLst>
          </p:cNvPr>
          <p:cNvSpPr/>
          <p:nvPr/>
        </p:nvSpPr>
        <p:spPr>
          <a:xfrm>
            <a:off x="1830388" y="1265193"/>
            <a:ext cx="2280746" cy="4159689"/>
          </a:xfrm>
          <a:custGeom>
            <a:avLst/>
            <a:gdLst>
              <a:gd name="csX0" fmla="*/ 1016343 w 2280746"/>
              <a:gd name="csY0" fmla="*/ 0 h 3264778"/>
              <a:gd name="csX1" fmla="*/ 1264403 w 2280746"/>
              <a:gd name="csY1" fmla="*/ 0 h 3264778"/>
              <a:gd name="csX2" fmla="*/ 1263872 w 2280746"/>
              <a:gd name="csY2" fmla="*/ 10510 h 3264778"/>
              <a:gd name="csX3" fmla="*/ 1834243 w 2280746"/>
              <a:gd name="csY3" fmla="*/ 1219957 h 3264778"/>
              <a:gd name="csX4" fmla="*/ 1870841 w 2280746"/>
              <a:gd name="csY4" fmla="*/ 1247325 h 3264778"/>
              <a:gd name="csX5" fmla="*/ 1870841 w 2280746"/>
              <a:gd name="csY5" fmla="*/ 1255418 h 3264778"/>
              <a:gd name="csX6" fmla="*/ 1946739 w 2280746"/>
              <a:gd name="csY6" fmla="*/ 1318040 h 3264778"/>
              <a:gd name="csX7" fmla="*/ 2280746 w 2280746"/>
              <a:gd name="csY7" fmla="*/ 2124405 h 3264778"/>
              <a:gd name="csX8" fmla="*/ 1140373 w 2280746"/>
              <a:gd name="csY8" fmla="*/ 3264778 h 3264778"/>
              <a:gd name="csX9" fmla="*/ 0 w 2280746"/>
              <a:gd name="csY9" fmla="*/ 2124405 h 3264778"/>
              <a:gd name="csX10" fmla="*/ 334007 w 2280746"/>
              <a:gd name="csY10" fmla="*/ 1318040 h 3264778"/>
              <a:gd name="csX11" fmla="*/ 451945 w 2280746"/>
              <a:gd name="csY11" fmla="*/ 1220732 h 3264778"/>
              <a:gd name="csX12" fmla="*/ 451945 w 2280746"/>
              <a:gd name="csY12" fmla="*/ 1215012 h 3264778"/>
              <a:gd name="csX13" fmla="*/ 557807 w 2280746"/>
              <a:gd name="csY13" fmla="*/ 1118798 h 3264778"/>
              <a:gd name="csX14" fmla="*/ 1016874 w 2280746"/>
              <a:gd name="csY14" fmla="*/ 10511 h 3264778"/>
              <a:gd name="csX15" fmla="*/ 1016343 w 2280746"/>
              <a:gd name="csY15" fmla="*/ 0 h 3264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80746" h="3264778">
                <a:moveTo>
                  <a:pt x="1016343" y="0"/>
                </a:moveTo>
                <a:lnTo>
                  <a:pt x="1264403" y="0"/>
                </a:lnTo>
                <a:lnTo>
                  <a:pt x="1263872" y="10510"/>
                </a:lnTo>
                <a:cubicBezTo>
                  <a:pt x="1263872" y="497425"/>
                  <a:pt x="1485903" y="932481"/>
                  <a:pt x="1834243" y="1219957"/>
                </a:cubicBezTo>
                <a:lnTo>
                  <a:pt x="1870841" y="1247325"/>
                </a:lnTo>
                <a:lnTo>
                  <a:pt x="1870841" y="1255418"/>
                </a:lnTo>
                <a:lnTo>
                  <a:pt x="1946739" y="1318040"/>
                </a:lnTo>
                <a:cubicBezTo>
                  <a:pt x="2153106" y="1524406"/>
                  <a:pt x="2280746" y="1809500"/>
                  <a:pt x="2280746" y="2124405"/>
                </a:cubicBezTo>
                <a:cubicBezTo>
                  <a:pt x="2280746" y="2754216"/>
                  <a:pt x="1770184" y="3264778"/>
                  <a:pt x="1140373" y="3264778"/>
                </a:cubicBezTo>
                <a:cubicBezTo>
                  <a:pt x="510562" y="3264778"/>
                  <a:pt x="0" y="2754216"/>
                  <a:pt x="0" y="2124405"/>
                </a:cubicBezTo>
                <a:cubicBezTo>
                  <a:pt x="0" y="1809500"/>
                  <a:pt x="127640" y="1524406"/>
                  <a:pt x="334007" y="1318040"/>
                </a:cubicBezTo>
                <a:lnTo>
                  <a:pt x="451945" y="1220732"/>
                </a:lnTo>
                <a:lnTo>
                  <a:pt x="451945" y="1215012"/>
                </a:lnTo>
                <a:lnTo>
                  <a:pt x="557807" y="1118798"/>
                </a:lnTo>
                <a:cubicBezTo>
                  <a:pt x="841442" y="835163"/>
                  <a:pt x="1016874" y="443324"/>
                  <a:pt x="1016874" y="10511"/>
                </a:cubicBezTo>
                <a:lnTo>
                  <a:pt x="1016343" y="0"/>
                </a:lnTo>
                <a:close/>
              </a:path>
            </a:pathLst>
          </a:custGeom>
          <a:solidFill>
            <a:srgbClr val="F9EB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2170470-4994-9626-FF12-D6DC46F9A462}"/>
              </a:ext>
            </a:extLst>
          </p:cNvPr>
          <p:cNvSpPr/>
          <p:nvPr/>
        </p:nvSpPr>
        <p:spPr>
          <a:xfrm>
            <a:off x="4689144" y="803165"/>
            <a:ext cx="819370" cy="819370"/>
          </a:xfrm>
          <a:prstGeom prst="ellipse">
            <a:avLst/>
          </a:prstGeom>
          <a:solidFill>
            <a:srgbClr val="F9EB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BBD37A7B-8B3B-F7AB-629E-748C8D582A82}"/>
              </a:ext>
            </a:extLst>
          </p:cNvPr>
          <p:cNvSpPr/>
          <p:nvPr/>
        </p:nvSpPr>
        <p:spPr>
          <a:xfrm rot="10800000">
            <a:off x="4996352" y="1552574"/>
            <a:ext cx="204953" cy="276225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D778BF8E-41C8-3A7A-632B-FF05DF1E03C3}"/>
              </a:ext>
            </a:extLst>
          </p:cNvPr>
          <p:cNvSpPr/>
          <p:nvPr/>
        </p:nvSpPr>
        <p:spPr>
          <a:xfrm rot="20848436">
            <a:off x="4903932" y="511557"/>
            <a:ext cx="389791" cy="358289"/>
          </a:xfrm>
          <a:custGeom>
            <a:avLst/>
            <a:gdLst>
              <a:gd name="csX0" fmla="*/ 158155 w 297598"/>
              <a:gd name="csY0" fmla="*/ 1568 h 273547"/>
              <a:gd name="csX1" fmla="*/ 164780 w 297598"/>
              <a:gd name="csY1" fmla="*/ 3483 h 273547"/>
              <a:gd name="csX2" fmla="*/ 177153 w 297598"/>
              <a:gd name="csY2" fmla="*/ 5750 h 273547"/>
              <a:gd name="csX3" fmla="*/ 178536 w 297598"/>
              <a:gd name="csY3" fmla="*/ 7459 h 273547"/>
              <a:gd name="csX4" fmla="*/ 184032 w 297598"/>
              <a:gd name="csY4" fmla="*/ 9047 h 273547"/>
              <a:gd name="csX5" fmla="*/ 192194 w 297598"/>
              <a:gd name="csY5" fmla="*/ 24318 h 273547"/>
              <a:gd name="csX6" fmla="*/ 197693 w 297598"/>
              <a:gd name="csY6" fmla="*/ 31107 h 273547"/>
              <a:gd name="csX7" fmla="*/ 198856 w 297598"/>
              <a:gd name="csY7" fmla="*/ 36786 h 273547"/>
              <a:gd name="csX8" fmla="*/ 199406 w 297598"/>
              <a:gd name="csY8" fmla="*/ 37813 h 273547"/>
              <a:gd name="csX9" fmla="*/ 199355 w 297598"/>
              <a:gd name="csY9" fmla="*/ 39219 h 273547"/>
              <a:gd name="csX10" fmla="*/ 206425 w 297598"/>
              <a:gd name="csY10" fmla="*/ 73728 h 273547"/>
              <a:gd name="csX11" fmla="*/ 205333 w 297598"/>
              <a:gd name="csY11" fmla="*/ 80652 h 273547"/>
              <a:gd name="csX12" fmla="*/ 217772 w 297598"/>
              <a:gd name="csY12" fmla="*/ 68600 h 273547"/>
              <a:gd name="csX13" fmla="*/ 105138 w 297598"/>
              <a:gd name="csY13" fmla="*/ 273547 h 273547"/>
              <a:gd name="csX14" fmla="*/ 104521 w 297598"/>
              <a:gd name="csY14" fmla="*/ 271384 h 273547"/>
              <a:gd name="csX15" fmla="*/ 103223 w 297598"/>
              <a:gd name="csY15" fmla="*/ 272804 h 273547"/>
              <a:gd name="csX16" fmla="*/ 93888 w 297598"/>
              <a:gd name="csY16" fmla="*/ 39132 h 273547"/>
              <a:gd name="csX17" fmla="*/ 99665 w 297598"/>
              <a:gd name="csY17" fmla="*/ 55534 h 273547"/>
              <a:gd name="csX18" fmla="*/ 101624 w 297598"/>
              <a:gd name="csY18" fmla="*/ 49338 h 273547"/>
              <a:gd name="csX19" fmla="*/ 123063 w 297598"/>
              <a:gd name="csY19" fmla="*/ 21979 h 273547"/>
              <a:gd name="csX20" fmla="*/ 124063 w 297598"/>
              <a:gd name="csY20" fmla="*/ 19777 h 273547"/>
              <a:gd name="csX21" fmla="*/ 125696 w 297598"/>
              <a:gd name="csY21" fmla="*/ 18618 h 273547"/>
              <a:gd name="csX22" fmla="*/ 128458 w 297598"/>
              <a:gd name="csY22" fmla="*/ 15094 h 273547"/>
              <a:gd name="csX23" fmla="*/ 134600 w 297598"/>
              <a:gd name="csY23" fmla="*/ 12297 h 273547"/>
              <a:gd name="csX24" fmla="*/ 150658 w 297598"/>
              <a:gd name="csY24" fmla="*/ 895 h 273547"/>
              <a:gd name="csX25" fmla="*/ 157059 w 297598"/>
              <a:gd name="csY25" fmla="*/ 2068 h 273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97598" h="273547">
                <a:moveTo>
                  <a:pt x="158155" y="1568"/>
                </a:moveTo>
                <a:lnTo>
                  <a:pt x="164780" y="3483"/>
                </a:lnTo>
                <a:lnTo>
                  <a:pt x="177153" y="5750"/>
                </a:lnTo>
                <a:lnTo>
                  <a:pt x="178536" y="7459"/>
                </a:lnTo>
                <a:lnTo>
                  <a:pt x="184032" y="9047"/>
                </a:lnTo>
                <a:lnTo>
                  <a:pt x="192194" y="24318"/>
                </a:lnTo>
                <a:lnTo>
                  <a:pt x="197693" y="31107"/>
                </a:lnTo>
                <a:lnTo>
                  <a:pt x="198856" y="36786"/>
                </a:lnTo>
                <a:lnTo>
                  <a:pt x="199406" y="37813"/>
                </a:lnTo>
                <a:lnTo>
                  <a:pt x="199355" y="39219"/>
                </a:lnTo>
                <a:lnTo>
                  <a:pt x="206425" y="73728"/>
                </a:lnTo>
                <a:lnTo>
                  <a:pt x="205333" y="80652"/>
                </a:lnTo>
                <a:lnTo>
                  <a:pt x="217772" y="68600"/>
                </a:lnTo>
                <a:cubicBezTo>
                  <a:pt x="315955" y="-10170"/>
                  <a:pt x="367344" y="187273"/>
                  <a:pt x="105138" y="273547"/>
                </a:cubicBezTo>
                <a:lnTo>
                  <a:pt x="104521" y="271384"/>
                </a:lnTo>
                <a:lnTo>
                  <a:pt x="103223" y="272804"/>
                </a:lnTo>
                <a:cubicBezTo>
                  <a:pt x="-92923" y="78583"/>
                  <a:pt x="41177" y="-75175"/>
                  <a:pt x="93888" y="39132"/>
                </a:cubicBezTo>
                <a:lnTo>
                  <a:pt x="99665" y="55534"/>
                </a:lnTo>
                <a:lnTo>
                  <a:pt x="101624" y="49338"/>
                </a:lnTo>
                <a:lnTo>
                  <a:pt x="123063" y="21979"/>
                </a:lnTo>
                <a:lnTo>
                  <a:pt x="124063" y="19777"/>
                </a:lnTo>
                <a:lnTo>
                  <a:pt x="125696" y="18618"/>
                </a:lnTo>
                <a:lnTo>
                  <a:pt x="128458" y="15094"/>
                </a:lnTo>
                <a:lnTo>
                  <a:pt x="134600" y="12297"/>
                </a:lnTo>
                <a:lnTo>
                  <a:pt x="150658" y="895"/>
                </a:lnTo>
                <a:lnTo>
                  <a:pt x="157059" y="206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78D9CCF-DAD3-02C4-F911-25F1C01B1A88}"/>
              </a:ext>
            </a:extLst>
          </p:cNvPr>
          <p:cNvSpPr/>
          <p:nvPr/>
        </p:nvSpPr>
        <p:spPr>
          <a:xfrm>
            <a:off x="4814888" y="1029449"/>
            <a:ext cx="235744" cy="235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38FA317-E486-6322-4FD6-1E0EF7254326}"/>
              </a:ext>
            </a:extLst>
          </p:cNvPr>
          <p:cNvSpPr/>
          <p:nvPr/>
        </p:nvSpPr>
        <p:spPr>
          <a:xfrm>
            <a:off x="4880416" y="1094977"/>
            <a:ext cx="104687" cy="1046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0A5D760-6993-42ED-FEE0-2F53089AF611}"/>
              </a:ext>
            </a:extLst>
          </p:cNvPr>
          <p:cNvSpPr/>
          <p:nvPr/>
        </p:nvSpPr>
        <p:spPr>
          <a:xfrm>
            <a:off x="5161701" y="1029449"/>
            <a:ext cx="235744" cy="235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18E8E1F-F157-A88F-5F6A-25F963B4304F}"/>
              </a:ext>
            </a:extLst>
          </p:cNvPr>
          <p:cNvSpPr/>
          <p:nvPr/>
        </p:nvSpPr>
        <p:spPr>
          <a:xfrm>
            <a:off x="5227229" y="1094977"/>
            <a:ext cx="104687" cy="1046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9E0791A6-FE79-8D66-B0DF-FF9DD2208D4F}"/>
              </a:ext>
            </a:extLst>
          </p:cNvPr>
          <p:cNvSpPr/>
          <p:nvPr/>
        </p:nvSpPr>
        <p:spPr>
          <a:xfrm rot="10800000">
            <a:off x="5003577" y="1290838"/>
            <a:ext cx="190500" cy="22860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6C170C-C496-1940-0011-75547BDC85CD}"/>
              </a:ext>
            </a:extLst>
          </p:cNvPr>
          <p:cNvSpPr/>
          <p:nvPr/>
        </p:nvSpPr>
        <p:spPr>
          <a:xfrm>
            <a:off x="5864118" y="803165"/>
            <a:ext cx="819370" cy="819370"/>
          </a:xfrm>
          <a:prstGeom prst="ellipse">
            <a:avLst/>
          </a:prstGeom>
          <a:solidFill>
            <a:srgbClr val="F9EB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하트 26">
            <a:extLst>
              <a:ext uri="{FF2B5EF4-FFF2-40B4-BE49-F238E27FC236}">
                <a16:creationId xmlns:a16="http://schemas.microsoft.com/office/drawing/2014/main" id="{498CEE7C-470C-198A-17DF-681D92233545}"/>
              </a:ext>
            </a:extLst>
          </p:cNvPr>
          <p:cNvSpPr/>
          <p:nvPr/>
        </p:nvSpPr>
        <p:spPr>
          <a:xfrm rot="10800000">
            <a:off x="6171326" y="1552574"/>
            <a:ext cx="204953" cy="276225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8818C684-7976-CC57-5F51-BEF1D271BDAD}"/>
              </a:ext>
            </a:extLst>
          </p:cNvPr>
          <p:cNvSpPr/>
          <p:nvPr/>
        </p:nvSpPr>
        <p:spPr>
          <a:xfrm rot="20848436">
            <a:off x="6078906" y="511557"/>
            <a:ext cx="389791" cy="358289"/>
          </a:xfrm>
          <a:custGeom>
            <a:avLst/>
            <a:gdLst>
              <a:gd name="csX0" fmla="*/ 158155 w 297598"/>
              <a:gd name="csY0" fmla="*/ 1568 h 273547"/>
              <a:gd name="csX1" fmla="*/ 164780 w 297598"/>
              <a:gd name="csY1" fmla="*/ 3483 h 273547"/>
              <a:gd name="csX2" fmla="*/ 177153 w 297598"/>
              <a:gd name="csY2" fmla="*/ 5750 h 273547"/>
              <a:gd name="csX3" fmla="*/ 178536 w 297598"/>
              <a:gd name="csY3" fmla="*/ 7459 h 273547"/>
              <a:gd name="csX4" fmla="*/ 184032 w 297598"/>
              <a:gd name="csY4" fmla="*/ 9047 h 273547"/>
              <a:gd name="csX5" fmla="*/ 192194 w 297598"/>
              <a:gd name="csY5" fmla="*/ 24318 h 273547"/>
              <a:gd name="csX6" fmla="*/ 197693 w 297598"/>
              <a:gd name="csY6" fmla="*/ 31107 h 273547"/>
              <a:gd name="csX7" fmla="*/ 198856 w 297598"/>
              <a:gd name="csY7" fmla="*/ 36786 h 273547"/>
              <a:gd name="csX8" fmla="*/ 199406 w 297598"/>
              <a:gd name="csY8" fmla="*/ 37813 h 273547"/>
              <a:gd name="csX9" fmla="*/ 199355 w 297598"/>
              <a:gd name="csY9" fmla="*/ 39219 h 273547"/>
              <a:gd name="csX10" fmla="*/ 206425 w 297598"/>
              <a:gd name="csY10" fmla="*/ 73728 h 273547"/>
              <a:gd name="csX11" fmla="*/ 205333 w 297598"/>
              <a:gd name="csY11" fmla="*/ 80652 h 273547"/>
              <a:gd name="csX12" fmla="*/ 217772 w 297598"/>
              <a:gd name="csY12" fmla="*/ 68600 h 273547"/>
              <a:gd name="csX13" fmla="*/ 105138 w 297598"/>
              <a:gd name="csY13" fmla="*/ 273547 h 273547"/>
              <a:gd name="csX14" fmla="*/ 104521 w 297598"/>
              <a:gd name="csY14" fmla="*/ 271384 h 273547"/>
              <a:gd name="csX15" fmla="*/ 103223 w 297598"/>
              <a:gd name="csY15" fmla="*/ 272804 h 273547"/>
              <a:gd name="csX16" fmla="*/ 93888 w 297598"/>
              <a:gd name="csY16" fmla="*/ 39132 h 273547"/>
              <a:gd name="csX17" fmla="*/ 99665 w 297598"/>
              <a:gd name="csY17" fmla="*/ 55534 h 273547"/>
              <a:gd name="csX18" fmla="*/ 101624 w 297598"/>
              <a:gd name="csY18" fmla="*/ 49338 h 273547"/>
              <a:gd name="csX19" fmla="*/ 123063 w 297598"/>
              <a:gd name="csY19" fmla="*/ 21979 h 273547"/>
              <a:gd name="csX20" fmla="*/ 124063 w 297598"/>
              <a:gd name="csY20" fmla="*/ 19777 h 273547"/>
              <a:gd name="csX21" fmla="*/ 125696 w 297598"/>
              <a:gd name="csY21" fmla="*/ 18618 h 273547"/>
              <a:gd name="csX22" fmla="*/ 128458 w 297598"/>
              <a:gd name="csY22" fmla="*/ 15094 h 273547"/>
              <a:gd name="csX23" fmla="*/ 134600 w 297598"/>
              <a:gd name="csY23" fmla="*/ 12297 h 273547"/>
              <a:gd name="csX24" fmla="*/ 150658 w 297598"/>
              <a:gd name="csY24" fmla="*/ 895 h 273547"/>
              <a:gd name="csX25" fmla="*/ 157059 w 297598"/>
              <a:gd name="csY25" fmla="*/ 2068 h 273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97598" h="273547">
                <a:moveTo>
                  <a:pt x="158155" y="1568"/>
                </a:moveTo>
                <a:lnTo>
                  <a:pt x="164780" y="3483"/>
                </a:lnTo>
                <a:lnTo>
                  <a:pt x="177153" y="5750"/>
                </a:lnTo>
                <a:lnTo>
                  <a:pt x="178536" y="7459"/>
                </a:lnTo>
                <a:lnTo>
                  <a:pt x="184032" y="9047"/>
                </a:lnTo>
                <a:lnTo>
                  <a:pt x="192194" y="24318"/>
                </a:lnTo>
                <a:lnTo>
                  <a:pt x="197693" y="31107"/>
                </a:lnTo>
                <a:lnTo>
                  <a:pt x="198856" y="36786"/>
                </a:lnTo>
                <a:lnTo>
                  <a:pt x="199406" y="37813"/>
                </a:lnTo>
                <a:lnTo>
                  <a:pt x="199355" y="39219"/>
                </a:lnTo>
                <a:lnTo>
                  <a:pt x="206425" y="73728"/>
                </a:lnTo>
                <a:lnTo>
                  <a:pt x="205333" y="80652"/>
                </a:lnTo>
                <a:lnTo>
                  <a:pt x="217772" y="68600"/>
                </a:lnTo>
                <a:cubicBezTo>
                  <a:pt x="315955" y="-10170"/>
                  <a:pt x="367344" y="187273"/>
                  <a:pt x="105138" y="273547"/>
                </a:cubicBezTo>
                <a:lnTo>
                  <a:pt x="104521" y="271384"/>
                </a:lnTo>
                <a:lnTo>
                  <a:pt x="103223" y="272804"/>
                </a:lnTo>
                <a:cubicBezTo>
                  <a:pt x="-92923" y="78583"/>
                  <a:pt x="41177" y="-75175"/>
                  <a:pt x="93888" y="39132"/>
                </a:cubicBezTo>
                <a:lnTo>
                  <a:pt x="99665" y="55534"/>
                </a:lnTo>
                <a:lnTo>
                  <a:pt x="101624" y="49338"/>
                </a:lnTo>
                <a:lnTo>
                  <a:pt x="123063" y="21979"/>
                </a:lnTo>
                <a:lnTo>
                  <a:pt x="124063" y="19777"/>
                </a:lnTo>
                <a:lnTo>
                  <a:pt x="125696" y="18618"/>
                </a:lnTo>
                <a:lnTo>
                  <a:pt x="128458" y="15094"/>
                </a:lnTo>
                <a:lnTo>
                  <a:pt x="134600" y="12297"/>
                </a:lnTo>
                <a:lnTo>
                  <a:pt x="150658" y="895"/>
                </a:lnTo>
                <a:lnTo>
                  <a:pt x="157059" y="206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CCA25988-EE24-5DFA-3CFD-6EA58D2C1AD6}"/>
              </a:ext>
            </a:extLst>
          </p:cNvPr>
          <p:cNvSpPr/>
          <p:nvPr/>
        </p:nvSpPr>
        <p:spPr>
          <a:xfrm rot="10800000">
            <a:off x="6178551" y="1290838"/>
            <a:ext cx="190500" cy="228600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ABF0A28-BFC8-3EB2-95D2-1AA8CA277CCE}"/>
              </a:ext>
            </a:extLst>
          </p:cNvPr>
          <p:cNvCxnSpPr>
            <a:cxnSpLocks/>
          </p:cNvCxnSpPr>
          <p:nvPr/>
        </p:nvCxnSpPr>
        <p:spPr>
          <a:xfrm>
            <a:off x="5989862" y="1147321"/>
            <a:ext cx="2357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400AB4E-86E8-E168-C8BF-316F2E392E10}"/>
              </a:ext>
            </a:extLst>
          </p:cNvPr>
          <p:cNvCxnSpPr/>
          <p:nvPr/>
        </p:nvCxnSpPr>
        <p:spPr>
          <a:xfrm>
            <a:off x="6336675" y="1151642"/>
            <a:ext cx="2357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95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주광진(인공지능대학원)</dc:creator>
  <cp:lastModifiedBy>주광진(인공지능대학원)</cp:lastModifiedBy>
  <cp:revision>2</cp:revision>
  <dcterms:created xsi:type="dcterms:W3CDTF">2026-03-25T10:44:02Z</dcterms:created>
  <dcterms:modified xsi:type="dcterms:W3CDTF">2026-03-25T10:58:01Z</dcterms:modified>
</cp:coreProperties>
</file>